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8B46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SVM + Basic</c:v>
                  </c:pt>
                  <c:pt idx="1">
                    <c:v>NB + Basic</c:v>
                  </c:pt>
                  <c:pt idx="2">
                    <c:v>SVM + HOG</c:v>
                  </c:pt>
                  <c:pt idx="3">
                    <c:v>NB + HOG</c:v>
                  </c:pt>
                  <c:pt idx="4">
                    <c:v>SVM + BoP</c:v>
                  </c:pt>
                  <c:pt idx="5">
                    <c:v>NB + BoP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</c:v>
                </c:pt>
                <c:pt idx="1">
                  <c:v>0.5</c:v>
                </c:pt>
                <c:pt idx="2">
                  <c:v>0.6667</c:v>
                </c:pt>
                <c:pt idx="3">
                  <c:v>0.5</c:v>
                </c:pt>
                <c:pt idx="4">
                  <c:v>0.5</c:v>
                </c:pt>
                <c:pt idx="5">
                  <c:v>0.5417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Image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Practical Assignment · Artificial Vision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Amaia Martin Grande  ·  Rodrigo Pérez Campesino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0" y="16459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🍎   🍌   🍊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UAX — Universidad Alfonso X el Sabio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22529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097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44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classify and why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223113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103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24505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Fruits Dataset — 120 images, 3 classes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323697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3108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456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stats, HOG and Bag of Patterns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10912" y="122529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04688" y="1097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4688" y="1444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and Naive Bayes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01168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10912" y="223113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04688" y="2103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24505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01752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10912" y="323697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04688" y="3108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04688" y="3456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method and limitations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1005840"/>
          </a:xfrm>
          <a:prstGeom prst="rect">
            <a:avLst/>
          </a:prstGeom>
          <a:solidFill>
            <a:srgbClr val="1B3A5C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classifies images of fruits (apples, oranges, bananas) based on their visual characteristics using classical computer vision and machine learning.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2402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Preprocess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images to grayscale, resize to 128×128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210312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22402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🔬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47288" y="3337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stats · HOG · Bag of Patterns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54496" y="210312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4496" y="22402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45936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Evaluate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45936" y="3337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· Naive Bayes · Compare with metrics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74520" cy="1188720"/>
          </a:xfrm>
          <a:prstGeom prst="rect">
            <a:avLst/>
          </a:prstGeom>
          <a:solidFill>
            <a:srgbClr val="1B3A5C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868680"/>
            <a:ext cx="1874520" cy="1188720"/>
          </a:xfrm>
          <a:prstGeom prst="rect">
            <a:avLst/>
          </a:prstGeom>
          <a:solidFill>
            <a:srgbClr val="1B3A5C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960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60320" y="15727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/ Class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1874520" cy="1188720"/>
          </a:xfrm>
          <a:prstGeom prst="rect">
            <a:avLst/>
          </a:prstGeom>
          <a:solidFill>
            <a:srgbClr val="1B3A5C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60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15727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868680"/>
            <a:ext cx="1874520" cy="1188720"/>
          </a:xfrm>
          <a:prstGeom prst="rect">
            <a:avLst/>
          </a:prstGeom>
          <a:solidFill>
            <a:srgbClr val="1B3A5C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960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15727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Size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2697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4231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🍎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48640" y="3154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54787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Round, red/green,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contrast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55848" y="2286000"/>
            <a:ext cx="2697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55848" y="24231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🍌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447288" y="3154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47288" y="354787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Elongated, yellow,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shape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54496" y="2286000"/>
            <a:ext cx="2697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54496" y="24231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🍊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345936" y="3154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45936" y="354787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Round, orange,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texture-rich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shreyapmaher/fruits-dataset-images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+ B — Preprocessing &amp; Basic Feature Extraction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40233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63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RGB images with OpenCV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08483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0848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128 × 128 pixels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706624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066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Grayscale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32841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3284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Mean Intensity (μ)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95020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9502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Std Deviation (σ)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896112"/>
            <a:ext cx="40233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FEATURE EXTRACTION?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49047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43560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images: 128×128 = 16,384 values per image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09397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03911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pixels are redundant for classification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69748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64261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compress info into compact descriptors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30098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2461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 and speeds up training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90448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84962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features (μ, σ) capture brightness &amp; contrast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 — HOG Features (Histogram of Oriented Gradients)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5120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87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HOG WORKS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4475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image to 64×64 px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6916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input size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1975104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197510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into 8×8 px cells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2219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analysis windows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50545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 direction &amp; magnitude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75234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orientation per pixel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03580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035808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9-bin orientation histogram per cell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28269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0°–180° range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566160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into 2×2 blocks, normalize (L2-Hys)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3813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Illumination robustness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09651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09651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all histograms → feature vector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" y="43434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~324 values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60720" y="896112"/>
            <a:ext cx="2926080" cy="3931920"/>
          </a:xfrm>
          <a:prstGeom prst="rect">
            <a:avLst/>
          </a:prstGeom>
          <a:solidFill>
            <a:srgbClr val="1B3A5C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97880" y="987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BETTER?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97880" y="1517904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1463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shape &amp; contours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97880" y="1993392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4768" y="1938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Bananas: elongated edges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97880" y="2468880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24140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Apples/Oranges: round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97880" y="2944368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28895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lighting changes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97880" y="3419856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4768" y="3364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richer than μ + σ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97880" y="3895344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3840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 features vs 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 — Bag of Patterns (BoP)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5296" y="102412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5296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16×16 px patches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= 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95728" y="1993392"/>
            <a:ext cx="1828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914400"/>
            <a:ext cx="1920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74136" y="102412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4136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148132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HOG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patch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97480" y="20299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9-bin histogram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patch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44568" y="1993392"/>
            <a:ext cx="1828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914400"/>
            <a:ext cx="1920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22976" y="102412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22976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48132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20299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K=50 visual words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93408" y="1993392"/>
            <a:ext cx="1828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914400"/>
            <a:ext cx="1920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71816" y="102412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71816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148132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95160" y="20299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words per image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5029200" cy="1463040"/>
          </a:xfrm>
          <a:prstGeom prst="rect">
            <a:avLst/>
          </a:prstGeom>
          <a:solidFill>
            <a:srgbClr val="1B3A5C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3456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NLP Analogy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37947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Bag of Words represents text by word frequencies, BoP represents images by visual pattern frequencies. Each image becomes a histogram of 50 visual words.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0" y="3383280"/>
            <a:ext cx="30175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06440" y="3456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06440" y="385876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38130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position/scale shifts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06440" y="416966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41239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representation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806440" y="448056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16752" y="4434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classifier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— SVM vs Naive Bayes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40233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(SVM)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SVC(kernel='rbf', C=10, gamma='scale')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6479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maximum-margin hyperplane between classes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313432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24942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 maps features to higher dimensions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798064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73405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boundaries effectively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282696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21868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before training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767328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7033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on high-dimensional HOG features (324 dims)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896112"/>
            <a:ext cx="40233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(GaussianNB)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GaussianNB()  — sklearn.naive_bayes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1828800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176479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classifier based on Bayes' theorem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313432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24942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Gaussian distribution of each feature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798064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273405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feature independence (simplification)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282696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321868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to train, good baseline model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767328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37033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effective on correlated HOG/BoP features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G — Results: Accuracy Comparison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68680"/>
          <a:ext cx="57607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960120"/>
            <a:ext cx="24688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46520" y="960120"/>
            <a:ext cx="10972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56832" y="10241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+ HOG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56832" y="13898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method — 66.67%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2286000"/>
            <a:ext cx="24688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286000"/>
            <a:ext cx="109728" cy="1143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56832" y="23500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+ BoP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56832" y="27157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best — 54.17%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46520" y="3611880"/>
            <a:ext cx="24688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3611880"/>
            <a:ext cx="109728" cy="11430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56832" y="36758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+ Basic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56832" y="40416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50.00%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Values are representative — actual results depend on dataset split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G — Detailed Metrics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14400"/>
          <a:ext cx="7863840" cy="3200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097280"/>
                <a:gridCol w="1097280"/>
                <a:gridCol w="10972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(avg)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(avg)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(avg)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+ 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+ 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+ HOG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+ HOG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+ BoP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+ BoP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251960"/>
            <a:ext cx="7863840" cy="713232"/>
          </a:xfrm>
          <a:prstGeom prst="rect">
            <a:avLst/>
          </a:prstGeom>
          <a:solidFill>
            <a:srgbClr val="1B3A5C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4315968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SVM consistently outperforms Naive Bayes — RBF kernel handles correlated features; NB independence assumption is violated by HOG/BoP.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Why SVM + HOG Wins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28016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2412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(μ + σ)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features. Both SVM and NB reach 50.00% — above chance (33%) but banana is often confused with the other two classes.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128016" cy="1188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500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Surprise: SVM+BoP = 50%, but NB+BoP = 54.17% (2nd best). With K=50 and 120 images the vocabulary is limited; NB models the normalized histograms better than SVM here.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11880"/>
            <a:ext cx="128016" cy="1188720"/>
          </a:xfrm>
          <a:prstGeom prst="rect">
            <a:avLst/>
          </a:prstGeom>
          <a:solidFill>
            <a:srgbClr val="28B463"/>
          </a:solidFill>
          <a:ln w="12700">
            <a:solidFill>
              <a:srgbClr val="28B4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758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+ SVM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023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method: 66.67%. Banana is perfectly precise (P=1.00) thanks to its elongated silhouette. Apple vs orange confusion remains the main error. NB+HOG stays at 50%.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" y="11155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method: SVM + HOG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8988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66.67% accuracy — banana P=1.00 thanks to shape features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92808"/>
            <a:ext cx="347472" cy="347472"/>
          </a:xfrm>
          <a:prstGeom prst="ellipse">
            <a:avLst/>
          </a:prstGeom>
          <a:solidFill>
            <a:srgbClr val="28B463"/>
          </a:solidFill>
          <a:ln w="12700">
            <a:solidFill>
              <a:srgbClr val="28B4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5568" y="186537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quality matters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1396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(324 features) vastly outperforms mean+std (2 features)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42616"/>
            <a:ext cx="347472" cy="3474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" y="26151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&gt; Naive Bayes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88950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assumption violated; SVM handles correlations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92424"/>
            <a:ext cx="347472" cy="3474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5568" y="33649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limitation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63931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test images — 1 error = 4 pp. K-fold CV needed for stability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42232"/>
            <a:ext cx="347472" cy="347472"/>
          </a:xfrm>
          <a:prstGeom prst="ellipse">
            <a:avLst/>
          </a:prstGeom>
          <a:solidFill>
            <a:srgbClr val="8CA0B3"/>
          </a:solidFill>
          <a:ln w="12700">
            <a:solidFill>
              <a:srgbClr val="8CA0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" y="4114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43891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· deep CNN features · end-to-end learning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¿Preguntas?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Fruit Image Classification — Unit 4</dc:title>
  <dc:subject>PptxGenJS Presentation</dc:subject>
  <dc:creator>Amaia Martin / Rodrigo Perez</dc:creator>
  <cp:lastModifiedBy>Amaia Martin / Rodrigo Perez</cp:lastModifiedBy>
  <cp:revision>1</cp:revision>
  <dcterms:created xsi:type="dcterms:W3CDTF">2026-05-09T11:43:44Z</dcterms:created>
  <dcterms:modified xsi:type="dcterms:W3CDTF">2026-05-09T11:43:44Z</dcterms:modified>
</cp:coreProperties>
</file>